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500" kern="0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286000" cy="0"/>
          </a:xfrm>
          <a:prstGeom prst="line">
            <a:avLst/>
          </a:prstGeom>
          <a:noFill/>
          <a:ln w="2540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Entity Data Module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A config-driven pipeline platform for financial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lending credit modeling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83864"/>
            <a:ext cx="109728" cy="109728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Standardized Entity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03904"/>
            <a:ext cx="109728" cy="109728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Multi-Source Ingestion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Built-In Validation &amp; Debugging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Both approaches share the same architecture — the difference is how model developers define custom logic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Every entity pipeline follows the same structure. The core data treatment — loading, joining, casting, validating — is common across models. Only the custom transformation logic is unique to each model developer.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4572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Layer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Owner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Responsibilities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Core Engine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Platform Team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Data pulling, joining, casting, validation, entity building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Custom Logic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Model Developer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Derived fields, business rules, model-specific filters</a:t>
                      </a:r>
                      <a:endParaRPr lang="en-US" sz="11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The question is: how should model developers define their custom logic?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3749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Approach A: Python-Based Protocol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639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MDs write Python code on top of a standardized data pull. They handle casting, validation, and error handling manually.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3246120"/>
            <a:ext cx="3749040" cy="1051560"/>
          </a:xfrm>
          <a:prstGeom prst="rect">
            <a:avLst/>
          </a:prstGeom>
          <a:solidFill>
            <a:srgbClr val="F7F9FB"/>
          </a:solidFill>
          <a:ln w="19050">
            <a:solidFill>
              <a:srgbClr val="003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3310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Approach B: IMPACT (Config-Driven)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3639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MDs declare custom logic in YAML config. The engine handles casting, validation, null handling, and error diagnostics.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For the same task, config eliminates boilerplate while adding built-in casting and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Task: Add utilization rate, risk score, and risk grade to a Facility entity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Python-Based Protocol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703320" cy="2606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520440" cy="2514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 engine provides standardized pull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platform.load("facility",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snapshot_date="2025-12-31")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MD writes Python for custom transforms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data["utilization_rate"] =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data["outstanding_balance"]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data["commitment_amount"]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data["risk_score"] = data.apply(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row: min(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row["utilization_rate"] * 1.2, 1.0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 axis=1)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MD also handles casting, nulls...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data["utilization_rate"] =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data["utilization_rate"].astype("float64")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Config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3703320" cy="2606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37360"/>
            <a:ext cx="3520440" cy="2514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utilization_rate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"outstanding_balance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/ commitment_amount"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float64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validation_type: [range]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validation_rule: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range: [0.0, 1.0]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risk_score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"lambda row: min(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row['utilization_rate'] * 1.2,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1.0)"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float64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risk_grade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"lambda row: 'HIGH' if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row['risk_score'] &gt; @threshold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'LOW'"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str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Same outcome — but with config: type casting, validation, and null handling are built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Config removes boilerplate and adds guardrails — without sacrificing flexibility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What MDs no longer handle manually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35608"/>
            <a:ext cx="73152" cy="7315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80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Type casting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Declared as dtype: float64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01368"/>
            <a:ext cx="73152" cy="7315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465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Null filling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Declared as fill_na: 0.0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167128"/>
            <a:ext cx="73152" cy="7315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122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Inline per field, with severity levels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532888"/>
            <a:ext cx="73152" cy="7315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78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Filtering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pre_filters and post_filters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2898648"/>
            <a:ext cx="73152" cy="7315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8437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Error diagnostics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Row-level failure details, auto-generated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What stays the same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435608"/>
            <a:ext cx="73152" cy="731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MDs still define their own derived fields and business rules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847088"/>
            <a:ext cx="73152" cy="731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MDs still control parameters, filters, and validation rules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258568"/>
            <a:ext cx="73152" cy="731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Complex logic can still be written in Python (function refs)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The pipeline behind every config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Load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multi-source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73352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828800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Join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1:1 &amp; 1:many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798064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953512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53512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Pre-Filter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53512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raw columns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22776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078224" y="3703320"/>
            <a:ext cx="987552" cy="640080"/>
          </a:xfrm>
          <a:prstGeom prst="rect">
            <a:avLst/>
          </a:prstGeom>
          <a:solidFill>
            <a:srgbClr val="003A70"/>
          </a:solidFill>
          <a:ln w="9525">
            <a:solidFill>
              <a:srgbClr val="003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78224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2-pass fields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047488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202936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02936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Post-Filter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02936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processed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72200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27648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Validate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27648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error/warn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296912" y="37033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452360" y="3703320"/>
            <a:ext cx="987552" cy="640080"/>
          </a:xfrm>
          <a:prstGeom prst="rect">
            <a:avLst/>
          </a:prstGeom>
          <a:solidFill>
            <a:srgbClr val="F7F9FB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37033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Build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52360" y="402336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typed entities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Every stage is declarative, composable, and produces immutable outputs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The config system provides six key capabilities that eliminate boilerplate across the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Multi-Source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Snowflake, SQLite, Parquet, CSV, Excel — mix freely. Parameterized queries with ${VAR} syntax.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105156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033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Nested Entities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1:many joins produce sub-entities automatically. Fully typed with their own config and validation.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039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Inline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5 built-in types: not_null, unique, range, expression, custom — per field, with severity levels.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05740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039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Expressions &amp; Functions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Simple math in YAML. Lambdas for moderate complexity. Python function refs for advanced logic.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Custom Spaces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Overlay model-specific fields onto shared entities. Each team owns their config; engine composes.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063240"/>
            <a:ext cx="274320" cy="274320"/>
          </a:xfrm>
          <a:prstGeom prst="rect">
            <a:avLst/>
          </a:prstGeom>
          <a:solidFill>
            <a:srgbClr val="003A7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Typed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337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Dynamic dataclasses from field definitions. Primary keys, optional fields, nested types — from YAML.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Parse-time validation catches config mistakes in seconds — before any data is loaded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Caught at config parse 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315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624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Schema violations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63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Missing required fields, bad types, unknown keys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7315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Expression syntax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Mismatched parentheses, bad lambdas — compiled before data loads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7315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3682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Field conflicts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569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Duplicate names, source/derived both set on one field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3152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712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Unsafe packages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072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os, sys, subprocess blocked as expression namespaces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Example: syntax error caught instantly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657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444752"/>
            <a:ext cx="34747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"(balance / amount"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float64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240280"/>
            <a:ext cx="3657600" cy="11430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240280"/>
            <a:ext cx="45720" cy="1143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286000"/>
            <a:ext cx="338328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ConfigError: Syntax error in derived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 for field 'risk_score':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unexpected EOF while parsing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 was loaded.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Snowflake query was executed.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in under 1 second.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4904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Python-Based Protocol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IMPACT Config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When errors surface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At runtime, after data loads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At parse time, &lt; 1 second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Three purpose-built debug features address the #1 concern: "How do I debug?"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The biggest concern with config-driven systems is debuggability. We built three features specifically to match or exceed the Python debugging experience.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pipeline.explain()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476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Preview the full execution plan — sources, joins, field processing order, validations — without loading a single row of data. Instant feedback on what will happen.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43000" y="2514600"/>
            <a:ext cx="7132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633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debug=True Snapshots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95351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Save a DataFrame snapshot at every stage boundary. Compare before/after at each step. Inspect interactively in notebooks — just like intermediate variables in Python.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3000" y="3520440"/>
            <a:ext cx="713232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57600"/>
            <a:ext cx="365760" cy="365760"/>
          </a:xfrm>
          <a:prstGeom prst="ellipse">
            <a:avLst/>
          </a:prstGeom>
          <a:solidFill>
            <a:srgbClr val="003A7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debug_context on Exceptions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9593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When errors occur, the exception carries the live DataFrame, failing field, expression, parameters, and stage — right on the exception object. No re-run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pipeline.explain() shows the full execution plan at a glance — before any data is touched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41148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EntityPipeline("facility_demo.yaml");  print(pipeline.explain())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7680960" cy="3108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╭─ Execution Plan: Facility v1.0 ────────────────────────────╮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Parameters:  snapshot_date = 2025-12-31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active_product = TERM_LOAN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Sources:     facility_main  (sqlite) [PRIMARY]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collateral     (parquet)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rating_overrides (csv)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Joins:       facility_main ← collateral  (left, 1:many)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facility_main ← rating_overrides (left, 1:1)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Pre-filters: 1 filter │ commitment_amount &gt; 0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Fields:      Pass 1 (source): 10 fields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Pass 2 (derived): 4 fields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Temp fields: 1 (dropped before build)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Validations: 6 field-level │ 0 global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Execution:   1. Load 3 sources 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2. Execute 2 joins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3. Apply pre-filters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4. Process source fields (Pass 1)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5. Process derived fields (Pass 2)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6. Apply post-filters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7. Run validations        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8. Build Facility entities                   │</a:t>
            </a:r>
            <a:endParaRPr lang="en-US" sz="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╰────────────────────────────────────────────────────────────╯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debug=True saves a DataFrame snapshot at every stage boundary for interactive inspection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Snapshot Key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What It Captures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after_join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All sources combined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after_pre_filters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Rows filtered by raw columns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after_source_fields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Pass 1 complete — copied, cast, filled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after_derived_fields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Pass 2 complete — derived fields computed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after_post_filters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Final row selection applied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after_validation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All validations passed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Entity-ready — temp fields dropped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005840"/>
            <a:ext cx="3840480" cy="33375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4"/>
          <p:cNvSpPr/>
          <p:nvPr/>
        </p:nvSpPr>
        <p:spPr>
          <a:xfrm>
            <a:off x="4754880" y="1051560"/>
            <a:ext cx="3657600" cy="32461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pipeline.run(debug=True)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any stage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result.snapshots["after_join"].shape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(1500, 12)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result.snapshots["after_pre_filters"].shape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(1200, 12)  300 rows filtered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result.snapshots["final"].shape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(800, 13)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Compare across stages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= result.snapshots["after_source_fields"]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= result.snapshots["after_derived_fields"]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new_cols = set(after.columns)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set(before.columns)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{'utilization_rate', 'days_to_maturity'}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When a transform fails, the exception carries the full debug context — no re-runs required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7863840" cy="1417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768096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pipeline.run(debug=True)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TransformError as e: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 = e.debug_context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ctx.dataframe     # Live DataFrame (1200×14)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ctx.field         # 'utilization_rate'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ctx.expression    # 'outstanding_balance / commitment_amount'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ctx.parameters    # {'snapshot_date': '2025-12-31'}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ctx.stage         # 'derived_fields'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Row-level diagnostics — exact values that caused the failure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2514600" cy="1508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71800"/>
            <a:ext cx="36576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Cast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21945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'interest_rate': cannot cast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float64.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Failing samples (3 of 47):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12: 'N/A'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89: 'pending'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203: ''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37560" y="2971800"/>
            <a:ext cx="2514600" cy="1508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2971800"/>
            <a:ext cx="36576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Lambda Failure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273552"/>
            <a:ext cx="21945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'days_to_maturity': lambda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on row 42.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 data: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maturity_date: NaT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origination_date: 2024-01-15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35040" y="2971800"/>
            <a:ext cx="2514600" cy="1508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971800"/>
            <a:ext cx="36576" cy="15087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Sub-entity Error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273552"/>
            <a:ext cx="219456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Sub-entity 'Collateral' validation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for parent row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(facility_id='FAC-1042'):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collateral_value: 3 null values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Custom spaces let teams add model-specific fields without touching the primary config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Custom config (owned by risk team)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21488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2057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custom_risk.yaml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risk_threshold: 0.5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risk_score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"lambda row: min(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row['utilization_rate'] * 1.2,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1.0)"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float64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risk_grade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 "lambda row: 'HIGH'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row['risk_score']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 @risk_threshold else 'LOW'"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str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Usage in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657600" cy="1417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1325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EntityPipeline(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config="facility.yaml",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custom={"risk": "custom_risk.yaml"},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).run()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entity.facility_id    # primary field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entity.risk_score     # space field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entity.spaces["risk"] # all risk fields</a:t>
            </a:r>
            <a:endParaRPr lang="en-US" sz="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entity.primary_only() # no custom spaces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Two filter modes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154680"/>
          <a:ext cx="3657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Mode</a:t>
                      </a:r>
                      <a:endParaRPr lang="en-US" sz="95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Behavior</a:t>
                      </a:r>
                      <a:endParaRPr lang="en-US" sz="95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Use Case</a:t>
                      </a:r>
                      <a:endParaRPr lang="en-US" sz="95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"filter"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Custom filters reduce dataset</a:t>
                      </a:r>
                      <a:endParaRPr lang="en-US" sz="9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Single-model dev</a:t>
                      </a:r>
                      <a:endParaRPr lang="en-US" sz="9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3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"flag"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Full dataset preserved</a:t>
                      </a:r>
                      <a:endParaRPr lang="en-US" sz="9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Composite engines</a:t>
                      </a:r>
                      <a:endParaRPr lang="en-US" sz="9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Function references provide full Python IDE support while keeping declarations in config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In YAML — reference a Python function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840480" cy="13258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risk_score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derived: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function: "myproject.risk.compute"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kwargs: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threshold: 0.5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snapshot: "@snapshot_date"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dtype: float64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In Python — real code with full IDE support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657600" cy="13258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12344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myproject/risk.py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compute_score(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row: pd.Series,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threshold: float = 0.5,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snapshot: str = None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float: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 = row["utilization_rate"]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= (pd.Timestamp(snapshot)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 row["origination_date"]).days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min(util * (1+age/365), 1.0)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What you get with function references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Syntax highlighting &amp; autocomplete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3328416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Breakpoints — step through row-by-row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Type checking — mypy, pyright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675888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639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Unit testable — test independently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Linting — ruff, flake8, pylint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73152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Meaningful git diffs on logic changes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config matches Python flexibility while adding standardization and debuggability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1089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Concern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Python-Based Protocol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IMPACT Config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How MDs define logic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Write Python code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Declare in YAML (or ref Python)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Type casting &amp; nulls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MD codes manually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Declared per field — engine handles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Validation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MD writes asserts/checks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Built-in: not_null, unique, range...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Error messages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Standard Python tracebacks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Row-level diagnostics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Debugging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Breakpoints &amp; print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explain(), snapshots, debug_context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Config errors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Runtime after data loads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Caught at parse time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Multi-team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Shared code or scripts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Custom spaces — isolated configs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Typed output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MD builds structures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Dynamic dataclasses from config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Complex logic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Native Python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Optimist" pitchFamily="34" charset="0"/>
                          <a:ea typeface="Optimist" pitchFamily="34" charset="-122"/>
                          <a:cs typeface="Optimist" pitchFamily="34" charset="-120"/>
                        </a:rPr>
                        <a:t>Function refs — same IDE support</a:t>
                      </a:r>
                      <a:endParaRPr lang="en-US" sz="1000" dirty="0">
                        <a:latin typeface="Optimist" charset="0"/>
                        <a:ea typeface="Optimist" charset="0"/>
                        <a:cs typeface="Optimis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23460"/>
            <a:ext cx="7863840" cy="0"/>
          </a:xfrm>
          <a:prstGeom prst="line">
            <a:avLst/>
          </a:prstGeom>
          <a:noFill/>
          <a:ln w="6350">
            <a:solidFill>
              <a:srgbClr val="003A7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8508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— Entity Data Module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589520" y="48508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Define Your Entity.</a:t>
            </a:r>
            <a:endParaRPr lang="en-US" sz="3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Run the Pipeline.</a:t>
            </a:r>
            <a:endParaRPr lang="en-US" sz="3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003A70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Trust the Output.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286000" cy="0"/>
          </a:xfrm>
          <a:prstGeom prst="line">
            <a:avLst/>
          </a:prstGeom>
          <a:noFill/>
          <a:ln w="25400">
            <a:solidFill>
              <a:srgbClr val="003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Optimist" pitchFamily="34" charset="0"/>
                <a:ea typeface="Optimist" pitchFamily="34" charset="-122"/>
                <a:cs typeface="Optimist" pitchFamily="34" charset="-120"/>
              </a:rPr>
              <a:t>IMPACT gives you the speed of configuration with the power and debuggability of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27832"/>
            <a:ext cx="5760720" cy="7772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impact.entity.pipeline import EntityPipeline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EntityPipeline("facility.yaml").run()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result.entities    # → [Facility(...), Facility(...), ...]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2011680" cy="3200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impact[all]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3A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— Entity Data Module</dc:title>
  <dc:subject>PptxGenJS Presentation</dc:subject>
  <dc:creator>Wendi</dc:creator>
  <cp:lastModifiedBy>Wendi</cp:lastModifiedBy>
  <cp:revision>1</cp:revision>
  <dcterms:created xsi:type="dcterms:W3CDTF">2026-03-15T17:41:27Z</dcterms:created>
  <dcterms:modified xsi:type="dcterms:W3CDTF">2026-03-15T17:41:27Z</dcterms:modified>
</cp:coreProperties>
</file>